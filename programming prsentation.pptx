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2CA4897-F196-40FA-8D14-6547D16942C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8456F-355D-4610-9754-3987C8AE3701}" v="27" dt="2025-12-14T17:25:22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78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56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413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53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3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128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2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2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92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04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11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547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FA88D0-E295-4CF3-934C-6423EACEB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AB943234-C12D-8E37-3ECB-D7B124A852B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606" r="-1" b="18129"/>
          <a:stretch>
            <a:fillRect/>
          </a:stretch>
        </p:blipFill>
        <p:spPr>
          <a:xfrm>
            <a:off x="3068" y="-19669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AD75D5-CB91-C13B-A55B-196FD1F40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051" y="979712"/>
            <a:ext cx="10058401" cy="4918238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Title: image – based text steganography using python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Name: Kirollos Hany 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ID: 202400308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US" sz="40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4E56A8-93D5-4BE3-AE61-84677331A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492A0C-1773-477B-83B5-C707CB057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45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CF44C-9D86-27B1-0143-1B7ABCEC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B534F-F51B-4AB6-0FB0-E5C23A658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306870"/>
            <a:ext cx="10506991" cy="286934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Hides text in images using Least Significant Bit (LSB).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Input: image + message -&gt; Output: image looks unchanged.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Decoding reverses process to shoe the message.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Pure Python, no extra libraries.</a:t>
            </a:r>
          </a:p>
        </p:txBody>
      </p:sp>
    </p:spTree>
    <p:extLst>
      <p:ext uri="{BB962C8B-B14F-4D97-AF65-F5344CB8AC3E}">
        <p14:creationId xmlns:p14="http://schemas.microsoft.com/office/powerpoint/2010/main" val="4107384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06F60-1386-5CB9-514B-8BF1D9D4F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0CCCC-9884-3CFF-4EB7-9B1F72676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Steganography: application hides data to keep it unseen.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Used in digital communication, watermarking, privacy apps.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Focus: hide data in images while it keeping it’s look.</a:t>
            </a:r>
          </a:p>
        </p:txBody>
      </p:sp>
    </p:spTree>
    <p:extLst>
      <p:ext uri="{BB962C8B-B14F-4D97-AF65-F5344CB8AC3E}">
        <p14:creationId xmlns:p14="http://schemas.microsoft.com/office/powerpoint/2010/main" val="2626269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CDB2-C0D8-56FC-55B4-7F1871F4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E4EF9-A198-4081-AE41-E6DC1FA81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Hide secret messages in images using Python only.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Practice programming: loops, conditions, file handling, binary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Learn basics without external libraries</a:t>
            </a:r>
          </a:p>
        </p:txBody>
      </p:sp>
    </p:spTree>
    <p:extLst>
      <p:ext uri="{BB962C8B-B14F-4D97-AF65-F5344CB8AC3E}">
        <p14:creationId xmlns:p14="http://schemas.microsoft.com/office/powerpoint/2010/main" val="137241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7C34-9E88-2801-132A-671B035CA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the App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0A5DA-DC8E-CF23-FA29-F73C8E5E6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Convert message -&gt; binary.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Insert bits into LSB of pixels.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 delimiter to mark message 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Decode by reading LSBs -&gt; reconstruct message.</a:t>
            </a:r>
          </a:p>
        </p:txBody>
      </p:sp>
    </p:spTree>
    <p:extLst>
      <p:ext uri="{BB962C8B-B14F-4D97-AF65-F5344CB8AC3E}">
        <p14:creationId xmlns:p14="http://schemas.microsoft.com/office/powerpoint/2010/main" val="4259143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00E8-05A6-C0CC-04C1-193991C9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Using the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879DC-712E-CD2F-50D3-E2A7F0301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Hiding a Message:</a:t>
            </a:r>
          </a:p>
          <a:p>
            <a:r>
              <a:rPr lang="en-US" dirty="0"/>
              <a:t> Load image -&gt; Enter message -&gt; Save encoded image.</a:t>
            </a:r>
          </a:p>
          <a:p>
            <a:r>
              <a:rPr lang="en-US" dirty="0"/>
              <a:t>Extracting a Message:</a:t>
            </a:r>
          </a:p>
          <a:p>
            <a:r>
              <a:rPr lang="en-US" dirty="0"/>
              <a:t> Load image -&gt; Decode -&gt; Original message shown.</a:t>
            </a:r>
          </a:p>
          <a:p>
            <a:r>
              <a:rPr lang="en-US" dirty="0"/>
              <a:t>Error Handling:</a:t>
            </a:r>
          </a:p>
          <a:p>
            <a:r>
              <a:rPr lang="en-US" dirty="0"/>
              <a:t>Message too long, missing file, special characters handled.</a:t>
            </a:r>
          </a:p>
        </p:txBody>
      </p:sp>
    </p:spTree>
    <p:extLst>
      <p:ext uri="{BB962C8B-B14F-4D97-AF65-F5344CB8AC3E}">
        <p14:creationId xmlns:p14="http://schemas.microsoft.com/office/powerpoint/2010/main" val="1716526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screenshot of a computer">
            <a:extLst>
              <a:ext uri="{FF2B5EF4-FFF2-40B4-BE49-F238E27FC236}">
                <a16:creationId xmlns:a16="http://schemas.microsoft.com/office/drawing/2014/main" id="{17B462B9-4403-900A-83CA-E851A3100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792480"/>
            <a:ext cx="9814560" cy="5242560"/>
          </a:xfrm>
        </p:spPr>
      </p:pic>
    </p:spTree>
    <p:extLst>
      <p:ext uri="{BB962C8B-B14F-4D97-AF65-F5344CB8AC3E}">
        <p14:creationId xmlns:p14="http://schemas.microsoft.com/office/powerpoint/2010/main" val="3196492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3ADE-B89E-4649-54FF-46702C150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A1541-BFF9-B2D2-948A-836750C71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711116"/>
            <a:ext cx="10506991" cy="3168475"/>
          </a:xfrm>
        </p:spPr>
        <p:txBody>
          <a:bodyPr/>
          <a:lstStyle/>
          <a:p>
            <a:r>
              <a:rPr lang="en-US" dirty="0"/>
              <a:t>Encoding:</a:t>
            </a:r>
          </a:p>
          <a:p>
            <a:r>
              <a:rPr lang="en-US" dirty="0"/>
              <a:t> ASCII -&gt; binary -&gt; modify LSBs -&gt; add delimiter -&gt; save BMP.</a:t>
            </a:r>
          </a:p>
          <a:p>
            <a:r>
              <a:rPr lang="en-US" dirty="0"/>
              <a:t>Decoding:</a:t>
            </a:r>
          </a:p>
          <a:p>
            <a:r>
              <a:rPr lang="en-US" dirty="0"/>
              <a:t> Read LSBs -&gt; detect delimiter -&gt; 8Bit chunks -&gt; ASCII -&gt; message.</a:t>
            </a:r>
          </a:p>
          <a:p>
            <a:r>
              <a:rPr lang="en-US" dirty="0"/>
              <a:t> Linear time complexity O(n), preserves image quality.</a:t>
            </a:r>
          </a:p>
        </p:txBody>
      </p:sp>
    </p:spTree>
    <p:extLst>
      <p:ext uri="{BB962C8B-B14F-4D97-AF65-F5344CB8AC3E}">
        <p14:creationId xmlns:p14="http://schemas.microsoft.com/office/powerpoint/2010/main" val="364033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9663C-2244-AA22-E329-022622C65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1796876"/>
          </a:xfrm>
        </p:spPr>
        <p:txBody>
          <a:bodyPr/>
          <a:lstStyle/>
          <a:p>
            <a:pPr algn="ctr"/>
            <a:r>
              <a:rPr lang="en-US" sz="6000" dirty="0"/>
              <a:t>Key Features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58D1E-DF79-C9D1-F4CB-0267AE969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031958"/>
            <a:ext cx="10506991" cy="284763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Custom delimiter for message 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Manual image byte handling and no libraries.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Maintains image quality.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Error handling: capacity, missing files, special characters.</a:t>
            </a:r>
          </a:p>
        </p:txBody>
      </p:sp>
    </p:spTree>
    <p:extLst>
      <p:ext uri="{BB962C8B-B14F-4D97-AF65-F5344CB8AC3E}">
        <p14:creationId xmlns:p14="http://schemas.microsoft.com/office/powerpoint/2010/main" val="96141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008C-B5C6-2C38-0343-8B9ABA08C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63175-D37F-0B2A-0201-F0CF36BC4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Efficient Python steganography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Demonstrates hiding/retrieving messages without libraries.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Teaches binary manipulation, file handling, Python fundamentals.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Preserves image quality and ensures privacy.</a:t>
            </a:r>
          </a:p>
        </p:txBody>
      </p:sp>
    </p:spTree>
    <p:extLst>
      <p:ext uri="{BB962C8B-B14F-4D97-AF65-F5344CB8AC3E}">
        <p14:creationId xmlns:p14="http://schemas.microsoft.com/office/powerpoint/2010/main" val="756308176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BA411A92E4583370438EE3BE002" ma:contentTypeVersion="10" ma:contentTypeDescription="Create a new document." ma:contentTypeScope="" ma:versionID="7919039d158dc094a3bb538445386eb1">
  <xsd:schema xmlns:xsd="http://www.w3.org/2001/XMLSchema" xmlns:xs="http://www.w3.org/2001/XMLSchema" xmlns:p="http://schemas.microsoft.com/office/2006/metadata/properties" xmlns:ns3="b9933630-a489-40db-a9f4-fb91cabb6cac" targetNamespace="http://schemas.microsoft.com/office/2006/metadata/properties" ma:root="true" ma:fieldsID="f0124c17968a2dfab97283903c208018" ns3:_="">
    <xsd:import namespace="b9933630-a489-40db-a9f4-fb91cabb6ca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933630-a489-40db-a9f4-fb91cabb6ca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933630-a489-40db-a9f4-fb91cabb6cac" xsi:nil="true"/>
  </documentManagement>
</p:properties>
</file>

<file path=customXml/itemProps1.xml><?xml version="1.0" encoding="utf-8"?>
<ds:datastoreItem xmlns:ds="http://schemas.openxmlformats.org/officeDocument/2006/customXml" ds:itemID="{C8C9DB14-3C87-4B2E-AAF6-0DE00E6F8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933630-a489-40db-a9f4-fb91cabb6c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5D1F5B-809B-4789-998D-CA4006D1B9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444EB5-7EAA-4AC0-BB5E-58CB698B7C49}">
  <ds:schemaRefs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  <ds:schemaRef ds:uri="b9933630-a489-40db-a9f4-fb91cabb6cac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313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Seaford</vt:lpstr>
      <vt:lpstr>LevelVTI</vt:lpstr>
      <vt:lpstr>Title: image – based text steganography using python  Name: Kirollos Hany   ID: 202400308 </vt:lpstr>
      <vt:lpstr>Abstract</vt:lpstr>
      <vt:lpstr>Introduction</vt:lpstr>
      <vt:lpstr>Project Purpose</vt:lpstr>
      <vt:lpstr>How the App Works</vt:lpstr>
      <vt:lpstr>Using the App</vt:lpstr>
      <vt:lpstr>PowerPoint Presentation</vt:lpstr>
      <vt:lpstr>Overview</vt:lpstr>
      <vt:lpstr>Key Features And Challenges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Kirollos H Kasawat</dc:creator>
  <cp:lastModifiedBy>Kirollos H Kasawat</cp:lastModifiedBy>
  <cp:revision>2</cp:revision>
  <dcterms:created xsi:type="dcterms:W3CDTF">2025-12-14T16:47:12Z</dcterms:created>
  <dcterms:modified xsi:type="dcterms:W3CDTF">2025-12-14T17:35:04Z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0x010100DA7BCBA411A92E4583370438EE3BE002</vt:lpwstr>
  </property>
</Properties>
</file>